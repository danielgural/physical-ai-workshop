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OF PART ONE. The Nebius job was submitted during the embeddings segment; say so: 'a GPU in Finland is training while we listen to the talks.' Repo QR stays up through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PHYSICAL AI ROADSHOW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workshop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PART ONE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Lightning talks. Then we train.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6949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Right now on Nebius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YOLO11n is fine-tuning on the frames we just labeled (L40S, 15 epochs, ~10 min)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Part two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pull the weights, evaluate, put detections back on the recording, then Nebius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Catch up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notebooks 01–04 are what we did; 05–06 are next</a:t>
            </a:r>
          </a:p>
        </p:txBody>
      </p:sp>
      <p:pic>
        <p:nvPicPr>
          <p:cNvPr id="7" name="Picture 6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3774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9834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