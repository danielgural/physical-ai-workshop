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on time. Repo QR is on the next slide; people will still be installing. Say the Nebius Builder Program early: it comes back at the end with a city-specific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during the whole setup chatter. The download is 1.1 GB; anyone who did not pre-download should start now and can watch the first two segments. USB sticks are at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question: when did you last watch 20 random episodes from your training set? Most robotics teams cannot answer. That is the whole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diagram. Each segment lights one step. Say the split now: I run the GPU steps on Nebius; you run everything else on your laptop with the GPU outputs baked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drag a raw .mcap into the MCAP Explorer panel BEFORE clicking to this slide. 'Nothing was uploaded or converted — the browser is reading the file.'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code slide before the notebooks. FiftyOne ≥ 1.21: multimodal media type. The file is the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previews → open the hero episode (19h-40m-44s) → arrange wrist / ext / 3D → scrub → click a cuboid → sidebar filter task_type, success → sort duration_s asc → open the 1.4 s and 2.8 s episodes → expand timeline: grasp/release tags → Shift+T, tag arm-stall → match_temporal_tags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room should find in the 10 episodes they have. Do not reveal until they have looked.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extract_frames.py briefly: H.264 NAL units → ffmpeg → JPEG, each frame keeps episode_id, camera, timestamp_ns, gripper_open, joint_speed_norm. Then in the App: match gripper_open == False, sort by uniqueness both ways, show the near-duplicate tag, build + save curated_train.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remembers where it came from. That link is the payoff in segment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panel: color by camera (3 worlds), task_type, gripper_open. Lasso an island. Similarity from the most-unique frame. Text prompt 'a robot gripper holding a blue brick'. Say clearly: on the deployment this compute is a Nebius Serverless job; the interactive part is what humans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on the split: batch compute lives in a GPU job, humans get the interactive part. If the stretch embeddings job landed, show its console entry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prompt string. Count values. Sort gripper boxes by low confidence → this is the review queue. Sanity check: % of wrist frames with a gripper box. Then the split-by-episode rule. Mention Token Factory VLMs as the natural next labeler (Nebius closes on that).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'models draft, humans verify'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SUBMIT THE JOB before this slide (during segment 4 Q&amp;A). Show presenter/train_on_nebius.ipynb: export cell, upload, submit → job id → Nebius console AI Jobs page → poll states. While it trains: the job spec slide. If late, weights/best-dryrun.pt is the fallback and you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job. No orchestrator, no plugin: SDK call, container,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Evaluation panel: click the confusion-matrix cells. Then sort val by eval_yolo_fp. Then the missed grippers — what does the model not see, and which episodes.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notebook: intervals_from_predictions → brick-visible tags → open an episode: grasp / release / brick-visible rows on the timeline. Rank episodes by mean gripper confidence. Then the flywheel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Payoff. Every step mapped to what a production team does. Flywheel: the next collection run gets curated with the views and tags saved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CTAs, in this order: FiftyOne on your own recordings (self-serve QR), then Nebius hands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Nebius. If Nebius has no speaker at this stop, present 22–25 yourself; content is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Nebius H2 plan. Serverless is what we used. Token Factory is where the labeler VLMs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where Token Factory plugs into the loop we just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Nebius's recurring format. If they announced dates, add them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CTA. QR goes to link.voxel51.com/nebius which prefills the form with this event. Ask everyone to scan now, not later; it takes name, email, company, GitHub. Goal is 500 sign-ups across the roadshow.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Leave this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NEBIUS × VOXEL51  ·  PHYSICAL AI ROADSHOW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From raw robot logs</a:t>
            </a:r>
          </a:p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to a trained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A hands-on Physical AI workshop: real DROID recordings, open-source FiftyOne, GPUs on Nebius.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A4B2"/>
                </a:solidFill>
                <a:latin typeface="Helvetica Neue"/>
              </a:rPr>
              <a:t>Daniel Gural — Partnership Engineering, Voxel51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FOLLOW 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Everything you need is one repo 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949440" cy="26517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git clone https://github.com/danielgural/physical-ai-workshop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cd 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-m venv .venv &amp;&amp; source .venv/bin/activate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pip install -r requirements.txt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notebooks/download_data.py     # 1.1 GB, once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jupyter lab notebooks/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69494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Laptop CPU is enough.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Every GPU step's output is already in the datasets you download.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Slow wifi?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USB sticks at the front: python notebooks/download_data.py --from-usb /Volumes/WORKSHOP</a:t>
            </a:r>
          </a:p>
        </p:txBody>
      </p:sp>
      <p:pic>
        <p:nvPicPr>
          <p:cNvPr id="8" name="Picture 7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7432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36815" y="4892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github.com/danielgural/physical-ai-workshop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Physical AI has a data problem. It is not collection.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Every demonstration is expensive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human teleop time; you cannot just collect more.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Quality lives at the episode level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failed grasps, occluded cameras, teleop glitches, degenerate 2-second 'successes'.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Nobody looks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a recording is a 60 MB binary blob; without tooling it never gets opened.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The model is rarely the bottleneck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whether anyone has looked at the data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The loop every serious robotics team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93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36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00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3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7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4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57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21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64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9AA4B2"/>
                </a:solidFill>
                <a:latin typeface="Helvetica Neue"/>
              </a:rPr>
              <a:t>100 DROID robot-arm episodes. Two hours. Open-source FiftyOne on your laptop for the interactive steps; Nebius Serverless AI Jobs for the GPU steps. The same loop, pointed at millions of episodes, is what production teams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Helvetica Neue"/>
              </a:rPr>
              <a:t>you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explore · curate · browse embeddings · review labels · evaluate · tag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Helvetica Neue"/>
              </a:rPr>
              <a:t>Nebius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embeddings at scale · YOLO11n fine-tune · (Token Factory: auto-label VLMs)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robot demonstration is not an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852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 cameras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wrist + two externals, H.264, synchronized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Depth + fused point clouds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scene in 3D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Joint state, gripper state, end-effector speed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what the arm actually did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3D cuboid tracks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labels over time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One .mcap file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of 76,000 in DROID, 13 labs</a:t>
            </a:r>
          </a:p>
        </p:txBody>
      </p:sp>
      <p:pic>
        <p:nvPicPr>
          <p:cNvPr id="7" name="Picture 6" descr="episode-viewer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WHOLE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An episode is a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210312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import fiftyone as fo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 = fo.Dataset("droid")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dataset.add_samples([fo.Sample("episode-0001.mcap"), ...])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dataset.media_type   # "multimodal" — no conversion, no ROS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4B2"/>
                </a:solidFill>
                <a:latin typeface="Helvetica Neue"/>
              </a:rPr>
              <a:t>Cameras, point clouds, transforms and cuboids are discovered from the file. Fields you add — task, lab, success, joint statistics — make episodes queryable. Temporal tags label a time range, not a frame.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10–25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Explore a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Three cameras and 3D on one clock. Filter episodes like rows. Tag an interval.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01_explore_mcap.ipynb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demo (100 episodes)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What is in the ten episodes you downloaded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035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1.4 s 'multi-step task'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gripper never closed (gripper_open_frac = 1.0). Marked failed. Correctly.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2.8 s 'success'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put brick in drawer and close it, in under three seconds? Look at it.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grasp / release intervals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31 temporal tags already on the timeline; queryable with match_temporal_tags().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Five task families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brick-in-drawer, fold cloth, unhang cloth, clump/unclump, multi-step.</a:t>
            </a:r>
          </a:p>
        </p:txBody>
      </p:sp>
      <p:pic>
        <p:nvPicPr>
          <p:cNvPr id="7" name="Picture 6" descr="droid-temporal-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1031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25–40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Curate: frames out of the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Decode the camera streams at 1 fps. Filter with robot state. Drop near-duplicates. Save the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02_curate_frames.ipynb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workshop frames (5,172 frames)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 frame remembers its recording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035040" cy="3108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9AA4B2"/>
                </a:solidFill>
                <a:latin typeface="Menlo"/>
              </a:rPr>
              <a:t># build/extract_frames.py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for _, ch, msg, proto in reader.iter_decoded_messages(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    topics=["/camera/ext1/image_rgb"]):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ffmpeg.stdin.write(proto.data)   # H.264 → fps=1 → 640px JPEG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 = fo.Sample(filepath=jpg)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sample["episode_id"]   = episode.episode_id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sample["camera"]       = "ext1"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sample["timestamp_ns"] = t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sample["gripper_open"] = nearest(gripper_state, t)</a:t>
            </a:r>
          </a:p>
        </p:txBody>
      </p:sp>
      <p:pic>
        <p:nvPicPr>
          <p:cNvPr id="7" name="Picture 6" descr="frame-ex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03120"/>
            <a:ext cx="4297680" cy="2417445"/>
          </a:xfrm>
          <a:prstGeom prst="rect">
            <a:avLst/>
          </a:prstGeom>
        </p:spPr>
      </p:pic>
      <p:pic>
        <p:nvPicPr>
          <p:cNvPr id="8" name="Picture 7" descr="frame-wr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14800"/>
            <a:ext cx="2103120" cy="11830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411480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Helvetica Neue"/>
              </a:rPr>
              <a:t>5,172 frames · 75 episodes · 3 cameras · gripper state and joint speed per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40–55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Embeddings, similarity,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CLIP on every frame. UMAP to see structure. A similarity index for 'more like this' — and text prompts.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03_embeddings.ipynb  (runs precomputed)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embeddings at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EMBED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Batch on the GPU, interactive on the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compute_embeddings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call, any model: CLIP today, Qwen3-VL-Embedding or SigLIP2 tomorrow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As a Nebius Serverless AI Job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container reads frames from object storage, writes vectors back; no cluster to keep warm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Then the brain runs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compute_similarity, compute_visualization, compute_uniqueness, find_duplicates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 room never waits on a GPU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 run ships in the dataset; you lasso, sort, 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frames.compute_embeddings(model, embeddings_field="clip");  fob.compute_visualization(frames, embeddings="clip", brain_key="frames_viz")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55–75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Auto-label with open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Grounding DINO, prompted with words. 7 labels on 5,172 frames. Humans review the queue, not the corpus.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04_autolabel.ipynb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Grounding DINO on the presenter GPU · Token Factory VLMs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Models draft. Humans verify the 5% that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Prompt, do not annotate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'robot gripper . robot arm . blue brick . scissors . drawer . cloth . cardboard box'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Confidence is a field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by it; the bottom of the list is your review queue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Check labels against state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gripper is in every wrist frame; if boxes are missing, the labeler is wrong, not the data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Split by episode, never by frame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1 fps neighbours are near-identical; a frame split leaks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Curation chose what to 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curated_train, minus near-duplicates, is the training 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75–95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Fine-tune YOLO11n on Nebius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Export to YOLO format. Stage on Nebius Object Storage. Submit a Serverless AI Job from a notebook. Pull best.pt.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05_train_eval.ipynb  (predictions + eval baked 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L40S · yolo11n.pt · 15 epochs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training job is a container, a bucket and one API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766560" cy="3383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from presenter.nebius_job import NebiusJob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 = NebiusJob()                          # IAM token + Object Storage key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job.upload_dir("build/yolo_export", "runs/stuttgart/input")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job_id = job.submit("stuttgart", "runs/stuttgart",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model="yolo11n.pt", epochs=15, imgsz=640,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platform="gpu-l40s-a", preset="1gpu-8vcpu-32gb")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job.wait(job_id)   # PROVISIONING → RUNNING → COMPLETED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job.download("runs/stuttgart/output/best.pt", "weights/best.pt")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0312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Serverless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no cluster; a GPU appears for the job and goes away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Image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ghcr.io/danielgural/fiftyone-yolo-train, public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Contract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INPUT_S3_URI · OUTPUT_S3_URI · MODEL · HYPERPARAMS_JSON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Data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stays in Nebius Object Storage, eu-north1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Evaluate against the auto-labels — every cell is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evaluate_detections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mAP, per-class P/R, confusion matrix; results live on the samples as eval_yolo_tp / fp / fn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Click a confusion cell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grid shows exactly those frames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Worst-first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validation by false positives; open the episodes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Missed grippers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false negatives grouped by episode tell you what to collect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103120"/>
            <a:ext cx="3931920" cy="23774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300">
                <a:solidFill>
                  <a:srgbClr val="C8D3E0"/>
                </a:solidFill>
                <a:latin typeface="Menlo"/>
              </a:rPr>
              <a:t>results = val.evaluate_detections(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"yolo11n_preds",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gt_field="auto_labels",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eval_key="eval_yolo",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compute_mAP=True)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results.print_report()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95–105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Close the loop on the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Detections on frames become temporal tags on the recording. Query the episodes by what the model saw.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06_close_the_loop.ipynb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predictions back on Droid demo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93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36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00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07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14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21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64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Helvetica Neue"/>
              </a:rPr>
              <a:t>Same loop. Bigger plumbing.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2560320"/>
          <a:ext cx="10515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548640"/>
                <a:gridCol w="6035040"/>
              </a:tblGrid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today, your laptop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a production robotics team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10 episodes, 5k frames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millions of episodes in a data lake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you scrubbing an episode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triage teams on every collection run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CLIP baked into the dataset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embedding jobs on Nebius on every ingest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Grounding DINO labels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VLM labelers on Token Factory, human verify queues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one YOLO11n on an L40S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scheduled fine-tunes gated by curation queries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brick-visible on ten timelines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model output as a first-class field on every recording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Do this on your recordings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9494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pip install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drop one of your own .mcap files into the MCAP Explorer. Watch 20 episodes. You will find something.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Hosted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app.voxel51.com: same App, no install, datasets and brain runs in the cloud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Take the repo home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extract_frames.py, the notebooks, the Nebius job helper are all yours</a:t>
            </a:r>
          </a:p>
        </p:txBody>
      </p:sp>
      <p:pic>
        <p:nvPicPr>
          <p:cNvPr id="7" name="Picture 6" descr="selfse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695" y="47091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app.voxel51.com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What else runs on Nebius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The GPU you just watched train a detector is one of three surfaces built for the Physical AI loop.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Three surfaces for the Physical AI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Workbench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Build, train and deploy Physical AI systems from one open-source CLI — containerized tools, SkyPilot workflows, SDK entry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Serverless AI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Provision in under three minutes for simulation, synthetic data and policy training. Pay for the job, not a cluster. What you saw today.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Token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Open-weight chat and vision models behind one API — Qwen, GLM, Kimi — for labeling, review and augmentation of real-world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Where Token Factory plugs into today's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vision-language model reads the frame and the task string: 'is the brick in the drawer?' becomes a field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Review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low-confidence queue goes to a VLM first, humans second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Describe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per-episode natural-language summaries for search: 'episodes where the cloth slipped'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OpenAI-compatible API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api.tokenfactory.nebius.com/v1; the same code you already write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for builders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through the Builder Program, next slide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Keep going: Physical AI Office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Biweekly online sessions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raw robotics data to a working model in one sitting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Voxel51 workshop series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this format, 15 cities, September–November 2026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Builders &amp; Brews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casual monthly builds; Berlin, Amsterdam, Paris, London, Warsaw…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 BUILDER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GPU credits for what you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766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Scan now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form is prefilled with this workshop; it takes a minute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+ onboarding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from sign-up to first job with a human, not a doc dump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Serverless, Workbench, Token Factory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everything you saw today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Bring your recordings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repo's job helper works on your bucket unchanged</a:t>
            </a:r>
          </a:p>
        </p:txBody>
      </p:sp>
      <p:pic>
        <p:nvPicPr>
          <p:cNvPr id="7" name="Picture 6" descr="nebi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2024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53935" y="4892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link.voxel51.com/nebius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2F4F7"/>
                </a:solidFill>
                <a:latin typeface="Helvetica Neue"/>
              </a:rPr>
              <a:t>Look at your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6858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repo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github.com/danielgural/physical-ai-workshop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datasets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huggingface.co/datasets/dgural/droid-mcap-workshop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    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huggingface.co/datasets/dgural/droid-frames-workshop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fiftyone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github.com/voxel51/fiftyone  ·  app.voxel51.com</a:t>
            </a:r>
          </a:p>
          <a:p>
            <a:pPr algn="l"/>
            <a:r>
              <a:rPr sz="1700" b="1">
                <a:solidFill>
                  <a:srgbClr val="7CF29A"/>
                </a:solidFill>
                <a:latin typeface="Menlo"/>
              </a:rPr>
              <a:t>nebius      </a:t>
            </a:r>
            <a:r>
              <a:rPr sz="1700" b="0">
                <a:solidFill>
                  <a:srgbClr val="F2F4F7"/>
                </a:solidFill>
                <a:latin typeface="Menlo"/>
              </a:rPr>
              <a:t>link.voxel51.com/nebius</a:t>
            </a:r>
          </a:p>
        </p:txBody>
      </p:sp>
      <p:pic>
        <p:nvPicPr>
          <p:cNvPr id="6" name="Picture 5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repo</a:t>
            </a:r>
          </a:p>
        </p:txBody>
      </p:sp>
      <p:pic>
        <p:nvPicPr>
          <p:cNvPr id="8" name="Picture 7" descr="nebi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74320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2655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nebius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4B2"/>
                </a:solidFill>
                <a:latin typeface="Helvetica Neue"/>
              </a:rPr>
              <a:t>DROID: Khazatsky et al. 2024, CC-BY-4.0 · droid-dataset.github.io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