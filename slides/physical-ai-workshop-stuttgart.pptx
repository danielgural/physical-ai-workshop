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link.voxel51.com/nebius-stuttgart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STUTTGART  ·  22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Impact Hub Stuttgart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workshop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stuttg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link.voxel51.com/nebius-stuttgart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link.voxel51.com/nebius-stuttgart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stuttg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